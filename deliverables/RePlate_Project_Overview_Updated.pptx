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3672b24514d89" /><Relationship Type="http://schemas.openxmlformats.org/officeDocument/2006/relationships/extended-properties" Target="/docProps/app.xml" Id="R7f54dc5e82b24f3c" /><Relationship Type="http://schemas.openxmlformats.org/officeDocument/2006/relationships/officeDocument" Target="/ppt/presentation.xml" Id="Rbe84dd76f54d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b13d8469a4c70"/>
  </p:sldMasterIdLst>
  <p:notesMasterIdLst>
    <p:notesMasterId xmlns:r="http://schemas.openxmlformats.org/officeDocument/2006/relationships" r:id="Rafdd8c47a6b54ecf"/>
  </p:notesMasterIdLst>
  <p:sldIdLst>
    <p:sldId xmlns:r="http://schemas.openxmlformats.org/officeDocument/2006/relationships" id="256" r:id="R6aa29c7f269b44b4"/>
    <p:sldId xmlns:r="http://schemas.openxmlformats.org/officeDocument/2006/relationships" id="257" r:id="Rd87308aa0e57414d"/>
    <p:sldId xmlns:r="http://schemas.openxmlformats.org/officeDocument/2006/relationships" id="258" r:id="R6d735445289c4dec"/>
    <p:sldId xmlns:r="http://schemas.openxmlformats.org/officeDocument/2006/relationships" id="259" r:id="R601b1c8c79fc498b"/>
    <p:sldId xmlns:r="http://schemas.openxmlformats.org/officeDocument/2006/relationships" id="260" r:id="R9b8a344104be4dc2"/>
    <p:sldId xmlns:r="http://schemas.openxmlformats.org/officeDocument/2006/relationships" id="261" r:id="R5bd49c4dd89f4205"/>
    <p:sldId xmlns:r="http://schemas.openxmlformats.org/officeDocument/2006/relationships" id="262" r:id="R8fda213ccfa545b9"/>
    <p:sldId xmlns:r="http://schemas.openxmlformats.org/officeDocument/2006/relationships" id="263" r:id="R9ad9286486ee4ba0"/>
    <p:sldId xmlns:r="http://schemas.openxmlformats.org/officeDocument/2006/relationships" id="264" r:id="Rb2e0926fcaad4f30"/>
    <p:sldId xmlns:r="http://schemas.openxmlformats.org/officeDocument/2006/relationships" id="265" r:id="Rf3fe47e6874b4128"/>
    <p:sldId xmlns:r="http://schemas.openxmlformats.org/officeDocument/2006/relationships" id="266" r:id="R01f22108cec94cbb"/>
    <p:sldId xmlns:r="http://schemas.openxmlformats.org/officeDocument/2006/relationships" id="267" r:id="R515b5c6de2c445e2"/>
    <p:sldId xmlns:r="http://schemas.openxmlformats.org/officeDocument/2006/relationships" id="268" r:id="Rc89563135cbe437e"/>
    <p:sldId xmlns:r="http://schemas.openxmlformats.org/officeDocument/2006/relationships" id="269" r:id="Rdd43088d43a845ec"/>
    <p:sldId xmlns:r="http://schemas.openxmlformats.org/officeDocument/2006/relationships" id="270" r:id="R9c58364f308f42ef"/>
    <p:sldId xmlns:r="http://schemas.openxmlformats.org/officeDocument/2006/relationships" id="271" r:id="R6e450e810e9847cb"/>
    <p:sldId xmlns:r="http://schemas.openxmlformats.org/officeDocument/2006/relationships" id="272" r:id="R7b0322e9b9444f2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2d73be02754900" /><Relationship Type="http://schemas.openxmlformats.org/officeDocument/2006/relationships/slideMaster" Target="/ppt/slideMasters/slideMaster1.xml" Id="Rc7cb13d8469a4c70" /><Relationship Type="http://schemas.openxmlformats.org/officeDocument/2006/relationships/notesMaster" Target="/ppt/notesMasters/notesMaster1.xml" Id="Rafdd8c47a6b54ecf" /><Relationship Type="http://schemas.openxmlformats.org/officeDocument/2006/relationships/presProps" Target="/ppt/presProps.xml" Id="R8b7e4e3a6a3145dd" /><Relationship Type="http://schemas.openxmlformats.org/officeDocument/2006/relationships/viewProps" Target="/ppt/viewProps.xml" Id="R18ec651f48414abf" /><Relationship Type="http://schemas.openxmlformats.org/officeDocument/2006/relationships/tableStyles" Target="/ppt/tableStyles.xml" Id="Ra28e38a380da41db" /><Relationship Type="http://schemas.openxmlformats.org/officeDocument/2006/relationships/slide" Target="/ppt/slides/slide1.xml" Id="R6aa29c7f269b44b4" /><Relationship Type="http://schemas.openxmlformats.org/officeDocument/2006/relationships/slide" Target="/ppt/slides/slide2.xml" Id="Rd87308aa0e57414d" /><Relationship Type="http://schemas.openxmlformats.org/officeDocument/2006/relationships/slide" Target="/ppt/slides/slide3.xml" Id="R6d735445289c4dec" /><Relationship Type="http://schemas.openxmlformats.org/officeDocument/2006/relationships/slide" Target="/ppt/slides/slide4.xml" Id="R601b1c8c79fc498b" /><Relationship Type="http://schemas.openxmlformats.org/officeDocument/2006/relationships/slide" Target="/ppt/slides/slide5.xml" Id="R9b8a344104be4dc2" /><Relationship Type="http://schemas.openxmlformats.org/officeDocument/2006/relationships/slide" Target="/ppt/slides/slide6.xml" Id="R5bd49c4dd89f4205" /><Relationship Type="http://schemas.openxmlformats.org/officeDocument/2006/relationships/slide" Target="/ppt/slides/slide7.xml" Id="R8fda213ccfa545b9" /><Relationship Type="http://schemas.openxmlformats.org/officeDocument/2006/relationships/slide" Target="/ppt/slides/slide8.xml" Id="R9ad9286486ee4ba0" /><Relationship Type="http://schemas.openxmlformats.org/officeDocument/2006/relationships/slide" Target="/ppt/slides/slide9.xml" Id="Rb2e0926fcaad4f30" /><Relationship Type="http://schemas.openxmlformats.org/officeDocument/2006/relationships/slide" Target="/ppt/slides/slide10.xml" Id="Rf3fe47e6874b4128" /><Relationship Type="http://schemas.openxmlformats.org/officeDocument/2006/relationships/slide" Target="/ppt/slides/slide11.xml" Id="R01f22108cec94cbb" /><Relationship Type="http://schemas.openxmlformats.org/officeDocument/2006/relationships/slide" Target="/ppt/slides/slide12.xml" Id="R515b5c6de2c445e2" /><Relationship Type="http://schemas.openxmlformats.org/officeDocument/2006/relationships/slide" Target="/ppt/slides/slide13.xml" Id="Rc89563135cbe437e" /><Relationship Type="http://schemas.openxmlformats.org/officeDocument/2006/relationships/slide" Target="/ppt/slides/slide14.xml" Id="Rdd43088d43a845ec" /><Relationship Type="http://schemas.openxmlformats.org/officeDocument/2006/relationships/slide" Target="/ppt/slides/slide15.xml" Id="R9c58364f308f42ef" /><Relationship Type="http://schemas.openxmlformats.org/officeDocument/2006/relationships/slide" Target="/ppt/slides/slide16.xml" Id="R6e450e810e9847cb" /><Relationship Type="http://schemas.openxmlformats.org/officeDocument/2006/relationships/slide" Target="/ppt/slides/slide17.xml" Id="R7b0322e9b9444f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685dcc60ec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58dc0c95c4ea8" /><Relationship Type="http://schemas.openxmlformats.org/officeDocument/2006/relationships/notesMaster" Target="/ppt/notesMasters/notesMaster1.xml" Id="R6c3ec51f4c1e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2f6dde44f49f4" /><Relationship Type="http://schemas.openxmlformats.org/officeDocument/2006/relationships/notesMaster" Target="/ppt/notesMasters/notesMaster1.xml" Id="Rc43b89fc3ce445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dba7c241404efd" /><Relationship Type="http://schemas.openxmlformats.org/officeDocument/2006/relationships/notesMaster" Target="/ppt/notesMasters/notesMaster1.xml" Id="R25713582acf24a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2588202424352" /><Relationship Type="http://schemas.openxmlformats.org/officeDocument/2006/relationships/notesMaster" Target="/ppt/notesMasters/notesMaster1.xml" Id="R4c41b575d77941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f76dbb42648ff" /><Relationship Type="http://schemas.openxmlformats.org/officeDocument/2006/relationships/notesMaster" Target="/ppt/notesMasters/notesMaster1.xml" Id="R2cbd38581d5544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64d0280424c99" /><Relationship Type="http://schemas.openxmlformats.org/officeDocument/2006/relationships/notesMaster" Target="/ppt/notesMasters/notesMaster1.xml" Id="R0b9e06d5195247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71e1bb786e448b" /><Relationship Type="http://schemas.openxmlformats.org/officeDocument/2006/relationships/notesMaster" Target="/ppt/notesMasters/notesMaster1.xml" Id="Rbdf79149b98a40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7593da354f40dc" /><Relationship Type="http://schemas.openxmlformats.org/officeDocument/2006/relationships/notesMaster" Target="/ppt/notesMasters/notesMaster1.xml" Id="R3a8a7a2e1e8142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8c6ee88fe24b30" /><Relationship Type="http://schemas.openxmlformats.org/officeDocument/2006/relationships/notesMaster" Target="/ppt/notesMasters/notesMaster1.xml" Id="R594a1c85b287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d39d01c0e54c31" /><Relationship Type="http://schemas.openxmlformats.org/officeDocument/2006/relationships/notesMaster" Target="/ppt/notesMasters/notesMaster1.xml" Id="Rc73aa1518f6c43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dc622e15e8494c" /><Relationship Type="http://schemas.openxmlformats.org/officeDocument/2006/relationships/notesMaster" Target="/ppt/notesMasters/notesMaster1.xml" Id="R2684c3ae2a1944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321ac0a97149e3" /><Relationship Type="http://schemas.openxmlformats.org/officeDocument/2006/relationships/notesMaster" Target="/ppt/notesMasters/notesMaster1.xml" Id="Rf34b196726ff47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4b9ad65d7740e4" /><Relationship Type="http://schemas.openxmlformats.org/officeDocument/2006/relationships/notesMaster" Target="/ppt/notesMasters/notesMaster1.xml" Id="R29721ebb6ad24b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ecd320b33d462f" /><Relationship Type="http://schemas.openxmlformats.org/officeDocument/2006/relationships/notesMaster" Target="/ppt/notesMasters/notesMaster1.xml" Id="Reba2836fbcf04a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a474c137a84a09" /><Relationship Type="http://schemas.openxmlformats.org/officeDocument/2006/relationships/notesMaster" Target="/ppt/notesMasters/notesMaster1.xml" Id="R94bab0ced2b24b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64f4b788884efe" /><Relationship Type="http://schemas.openxmlformats.org/officeDocument/2006/relationships/notesMaster" Target="/ppt/notesMasters/notesMaster1.xml" Id="Rf93d7cfb58a44e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513d63863143a4" /><Relationship Type="http://schemas.openxmlformats.org/officeDocument/2006/relationships/notesMaster" Target="/ppt/notesMasters/notesMaster1.xml" Id="R34941b67ce5b45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4f3483c1845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cc8c6d20c49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1e7eff3ec44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8bb005a4f4d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74167db324d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afe67730344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6d3deb15e44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2ff710c5a40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9d61b6d6c4d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617f353ec41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eb6b1072a4ad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C88D4A-A553-4EEA-B9CD-8351AA6F51E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AAF39C6-1362-4BB4-929F-D799BB58B3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F78C04-F844-4EC5-B7AE-1D4F55D3BC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CA526F-2FC9-439D-97C6-2B5BFDD5D9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9773A9-6F01-48B6-957C-6F61273730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768F18-BB13-4EFC-B4D4-84B4F5A04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2FC149-B6FD-4722-BF7B-B886E28F3F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9FF9B6-A8AF-4B17-B207-E315D7B74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D969C8-D192-4B6B-8B57-49E985557C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04E84E-CFF1-4576-B5EC-E1D3B4FD1F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728C69-5295-4FA0-A97C-EF847B90B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BB2149-8C20-4CD3-A471-E7E4A9FF5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958C5D-FACE-4580-B72C-9F733C73B2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138CB7-9F40-4CBE-9C38-5E00925A1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3BD1E5-4563-45FE-9404-4775E9A7A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3589C5-E625-42B9-A80E-7D21384657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6750D9-F0F9-4D09-BE16-A0C2C00983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58DBC6E-9DDE-432F-9657-B851F7B532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912023-9D8F-4831-8427-F75E89A6CE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19C825-EE31-4BAC-A055-F98ABFC62D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F21F64-45E2-4198-8926-F63B46123D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41CAB5-8F2D-48E4-A318-79AFF902F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5D421-ED72-4EBE-9215-4FE355E584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D82E04-8132-4C74-ADF9-46ACD62D72E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7AAE501-E6CF-431A-A371-17ED5CBC2F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CEB9F99-6785-40A4-9611-AB45C2A3EF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EC9D09D-742C-4535-B505-0F21AA2019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AA98BE9-DF09-49C8-8A56-1D69DDD92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B9EB061-4098-48FD-987A-E29E01627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36C14D-2682-4B52-AEB4-FA49E5847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F242520-A717-4D8E-A069-5B65404702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78B4CDB-8CDD-4777-8982-77018D420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0CF826C-BCB3-48A1-A118-527A7066D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9A5482E-7052-48DE-AE61-49BC81B723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DCD7AA-F616-4DFA-AC6C-02CA06E11D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3E29C91-59E0-4E00-965B-0B70BFB6BB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E47877-A45A-4C30-8F02-CE293FFB3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E5528D-D8BF-42D6-8A5F-B343015673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787C232-870F-43AB-AA35-7587810EA7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6939B1F-D6E3-4AC5-8033-9E30CD9738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08CE6A7-FDDE-4BDB-B1F6-488E2CC9DD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D4FF6F-BD37-4FB6-93CA-48F532A24E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5A10C1-3828-4EAE-9B7D-B767501FF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FA7016C-8543-43CB-AE3C-307F69CB81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984B274-D55D-4B6A-B519-CAD08AA720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0B10AE7-3D19-4ACC-B5F8-93C5945DA5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0D034C-C06B-4056-A956-C540F05BC1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354596-78CA-4BC1-A70B-03AE4F99A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DBC61F-DA3E-4AE7-A02F-87439626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872D6A-C4DB-438C-8A21-A06D896797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326BD0-43B6-417F-B771-9753109BD0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CBF6D7-9475-4FA7-BAE5-48DEDB051B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96E92F-B2E1-4E2D-A8A0-BC1ED2242F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1A976C0-DFC6-46A9-99EC-FB9F95C57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FAF2A9-D3FD-428F-9089-29E61D7F8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CA6745-6484-4057-8ABD-5B91D1E47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0ACDD5-62A3-46F7-B29A-908A7C89C1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8B5D20-1786-4973-A731-52866FB20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78f722b11f4df4" /><Relationship Type="http://schemas.openxmlformats.org/officeDocument/2006/relationships/slideLayout" Target="/ppt/slideLayouts/slideLayout1.xml" Id="R15dad9824f6343f4" /><Relationship Type="http://schemas.openxmlformats.org/officeDocument/2006/relationships/slideLayout" Target="/ppt/slideLayouts/slideLayout2.xml" Id="R6e7b3fa9234242b3" /><Relationship Type="http://schemas.openxmlformats.org/officeDocument/2006/relationships/slideLayout" Target="/ppt/slideLayouts/slideLayout3.xml" Id="Rff5aee3a21f14e0b" /><Relationship Type="http://schemas.openxmlformats.org/officeDocument/2006/relationships/slideLayout" Target="/ppt/slideLayouts/slideLayout4.xml" Id="Rae9b4b62e9784afb" /><Relationship Type="http://schemas.openxmlformats.org/officeDocument/2006/relationships/slideLayout" Target="/ppt/slideLayouts/slideLayout5.xml" Id="R7a650ba009034194" /><Relationship Type="http://schemas.openxmlformats.org/officeDocument/2006/relationships/slideLayout" Target="/ppt/slideLayouts/slideLayout6.xml" Id="R4547ddca87054280" /><Relationship Type="http://schemas.openxmlformats.org/officeDocument/2006/relationships/slideLayout" Target="/ppt/slideLayouts/slideLayout7.xml" Id="R14e2c5720e2847d5" /><Relationship Type="http://schemas.openxmlformats.org/officeDocument/2006/relationships/slideLayout" Target="/ppt/slideLayouts/slideLayout8.xml" Id="Rc8c9302426bf40ec" /><Relationship Type="http://schemas.openxmlformats.org/officeDocument/2006/relationships/slideLayout" Target="/ppt/slideLayouts/slideLayout9.xml" Id="Rdf0f2a79a5704b68" /><Relationship Type="http://schemas.openxmlformats.org/officeDocument/2006/relationships/slideLayout" Target="/ppt/slideLayouts/slideLayout10.xml" Id="R970efd4fa6d74504" /><Relationship Type="http://schemas.openxmlformats.org/officeDocument/2006/relationships/slideLayout" Target="/ppt/slideLayouts/slideLayout11.xml" Id="R14ea3e21bf48426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379749A-1A5E-4A27-BEC5-79F4BDCEC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E67BF6-BCB0-435C-AFB8-EBB5C04A1E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0E596A-E7ED-4E57-8CB3-CD49A37237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FCB6A8-FEC2-42E3-BEFD-B247B57E68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286609-00F7-453C-ABC2-E638065EF2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ad9824f6343f4"/>
    <p:sldLayoutId xmlns:r="http://schemas.openxmlformats.org/officeDocument/2006/relationships" id="2147483650" r:id="R6e7b3fa9234242b3"/>
    <p:sldLayoutId xmlns:r="http://schemas.openxmlformats.org/officeDocument/2006/relationships" id="2147483651" r:id="Rff5aee3a21f14e0b"/>
    <p:sldLayoutId xmlns:r="http://schemas.openxmlformats.org/officeDocument/2006/relationships" id="2147483652" r:id="Rae9b4b62e9784afb"/>
    <p:sldLayoutId xmlns:r="http://schemas.openxmlformats.org/officeDocument/2006/relationships" id="2147483653" r:id="R7a650ba009034194"/>
    <p:sldLayoutId xmlns:r="http://schemas.openxmlformats.org/officeDocument/2006/relationships" id="2147483654" r:id="R4547ddca87054280"/>
    <p:sldLayoutId xmlns:r="http://schemas.openxmlformats.org/officeDocument/2006/relationships" id="2147483655" r:id="R14e2c5720e2847d5"/>
    <p:sldLayoutId xmlns:r="http://schemas.openxmlformats.org/officeDocument/2006/relationships" id="2147483656" r:id="Rc8c9302426bf40ec"/>
    <p:sldLayoutId xmlns:r="http://schemas.openxmlformats.org/officeDocument/2006/relationships" id="2147483657" r:id="Rdf0f2a79a5704b68"/>
    <p:sldLayoutId xmlns:r="http://schemas.openxmlformats.org/officeDocument/2006/relationships" id="2147483658" r:id="R970efd4fa6d74504"/>
    <p:sldLayoutId xmlns:r="http://schemas.openxmlformats.org/officeDocument/2006/relationships" id="2147483659" r:id="R14ea3e21bf48426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687fff87724099" /><Relationship Type="http://schemas.openxmlformats.org/officeDocument/2006/relationships/notesSlide" Target="/ppt/notesSlides/notesSlide1.xml" Id="R2bc89e7b30c8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7f11e85be043e0" /><Relationship Type="http://schemas.openxmlformats.org/officeDocument/2006/relationships/notesSlide" Target="/ppt/notesSlides/notesSlide2.xml" Id="Rcc701d95fc4346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fe4fd0be48421f" /><Relationship Type="http://schemas.openxmlformats.org/officeDocument/2006/relationships/notesSlide" Target="/ppt/notesSlides/notesSlide3.xml" Id="R50f9c154bc1940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cbf92befc74b58" /><Relationship Type="http://schemas.openxmlformats.org/officeDocument/2006/relationships/notesSlide" Target="/ppt/notesSlides/notesSlide4.xml" Id="R49eccc71d6794e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b16b64cf8d4346" /><Relationship Type="http://schemas.openxmlformats.org/officeDocument/2006/relationships/notesSlide" Target="/ppt/notesSlides/notesSlide5.xml" Id="R2e8644a065f342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fbd87f98c943e5" /><Relationship Type="http://schemas.openxmlformats.org/officeDocument/2006/relationships/notesSlide" Target="/ppt/notesSlides/notesSlide6.xml" Id="R30a85c45e061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2be58d3674e66" /><Relationship Type="http://schemas.openxmlformats.org/officeDocument/2006/relationships/notesSlide" Target="/ppt/notesSlides/notesSlide7.xml" Id="R0acc90747f6740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dce82c9108489b" /><Relationship Type="http://schemas.openxmlformats.org/officeDocument/2006/relationships/notesSlide" Target="/ppt/notesSlides/notesSlide8.xml" Id="R33b630837f2247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a575069be240ff" /><Relationship Type="http://schemas.openxmlformats.org/officeDocument/2006/relationships/notesSlide" Target="/ppt/notesSlides/notesSlide9.xml" Id="R74e91f7bb7ea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3dea8b9a624d28" /><Relationship Type="http://schemas.openxmlformats.org/officeDocument/2006/relationships/notesSlide" Target="/ppt/notesSlides/notesSlide10.xml" Id="Rc0d461c26d7147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f97d59b0c74d4f" /><Relationship Type="http://schemas.openxmlformats.org/officeDocument/2006/relationships/notesSlide" Target="/ppt/notesSlides/notesSlide11.xml" Id="Rab3eb6b713b24e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166bbe1f754658" /><Relationship Type="http://schemas.openxmlformats.org/officeDocument/2006/relationships/notesSlide" Target="/ppt/notesSlides/notesSlide12.xml" Id="R588e84f674d042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deb07961c34bf7" /><Relationship Type="http://schemas.openxmlformats.org/officeDocument/2006/relationships/notesSlide" Target="/ppt/notesSlides/notesSlide13.xml" Id="R0a4c0978e2354a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ef98914fb44b58" /><Relationship Type="http://schemas.openxmlformats.org/officeDocument/2006/relationships/notesSlide" Target="/ppt/notesSlides/notesSlide14.xml" Id="Rc6b2217fb21745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ef5f787f154aad" /><Relationship Type="http://schemas.openxmlformats.org/officeDocument/2006/relationships/notesSlide" Target="/ppt/notesSlides/notesSlide15.xml" Id="R9692a6ee12d546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8d1ab93b07493f" /><Relationship Type="http://schemas.openxmlformats.org/officeDocument/2006/relationships/notesSlide" Target="/ppt/notesSlides/notesSlide16.xml" Id="R146ed4f96cd143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ffac525dda4170" /><Relationship Type="http://schemas.openxmlformats.org/officeDocument/2006/relationships/notesSlide" Target="/ppt/notesSlides/notesSlide17.xml" Id="R6f4a135f3e924d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222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806541-20D1-4DD9-8775-3AF131E3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F0AA6A4-B87C-4845-BF87-9E5A15DB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8640"/>
            <a:ext cx="3520440" cy="3520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8C39327-1EA6-4B94-ACB0-798036CD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097280"/>
            <a:ext cx="2423160" cy="2423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D5EE5947-84D1-40AE-87C6-A2918202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164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438D79-0A53-4A41-AA24-A135227B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804672"/>
            <a:ext cx="68580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5B85E"/>
                </a:solidFill>
                <a:latin typeface="Aptos"/>
                <a:ea typeface="Aptos"/>
                <a:cs typeface="Aptos"/>
              </a:defRPr>
            </a:pPr>
            <a:r>
              <a:t>REPLATE • COMMUNITY FOOD RECOVERY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DCC6AC-14C9-40F7-94B4-07F5DF4A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371600"/>
            <a:ext cx="7132320" cy="1263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3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3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Food Recovery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1F2EDD-8EF6-4F46-8477-DFCC61D5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0400"/>
            <a:ext cx="662940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700" b="0" i="0">
                <a:solidFill>
                  <a:srgbClr val="E5DBE8"/>
                </a:solidFill>
                <a:latin typeface="Aptos"/>
                <a:ea typeface="Aptos"/>
                <a:cs typeface="Aptos"/>
              </a:defRPr>
            </a:pPr>
            <a:r>
              <a:t>A browser prototype that connects food donors with approved recipient organizations through reviewed access, time-aware listings, and pickup confirmation by both sides.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2CC48FD-53C3-43A5-AAE2-10BAF3E5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800600"/>
            <a:ext cx="534924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0289C64-F25D-4329-A6CC-DAE8693B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56048"/>
            <a:ext cx="4800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Prepared by: [Your Name]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[Department / Institution]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F709C7-E953-4526-B0CE-094A622F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6126480"/>
            <a:ext cx="365760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EC705E"/>
                </a:solidFill>
                <a:latin typeface="Aptos"/>
                <a:ea typeface="Aptos"/>
                <a:cs typeface="Aptos"/>
              </a:defRPr>
            </a:pPr>
            <a:r>
              <a:t>BROWSER-BASED PROJECT PROTOTYPE</a:t>
            </a:r>
          </a:p>
        </p:txBody>
      </p:sp>
    </p:spTree>
    <p:extLst>
      <p:ext uri="{BB962C8B-B14F-4D97-AF65-F5344CB8AC3E}">
        <p14:creationId xmlns:p14="http://schemas.microsoft.com/office/powerpoint/2010/main" val="56273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28B0FA-A0AD-46ED-AE77-7781ACF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9194DD-C315-4F2A-BCC4-C3006E8C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PROJECT AT A GLANCE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145C03-66A4-46DA-AFC9-11E694F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 working prototype for community food recovery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CB4EFC-EEFB-4E65-99F7-21E8CC0D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 coordinates food offers, organization access, and pickup status in one browser workspace.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38CED-716A-48F1-927F-27B13B4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A16F05-D579-4F1C-9933-00EF2346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8F8094F-ABB4-4B32-9BB5-B2706B61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446AD70-D683-4624-B43E-EE1C7116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4564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07FBC9-C926-4685-B604-B4CCF2F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685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C21CFF-70F0-4D55-942C-505704C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2140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The challenge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AE0CBA-0C96-4988-A412-A8098DDD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32888"/>
            <a:ext cx="307238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Edible surplus may be available while nearby community groups need food quickly.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C5C9E3B-A912-4A6B-9846-2764ABD4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65960"/>
            <a:ext cx="34564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777BE6A-0202-4387-818D-544E84B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65960"/>
            <a:ext cx="685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8FA824-271B-4634-856D-1E0C203A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140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The solution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C908596-448D-4401-93FA-0F90268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2888"/>
            <a:ext cx="30723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Donors publish offers, approved recipients request them, and administrators review organization access and listing concerns.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175F1B0-EBFA-4C36-99C1-03E24EB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965960"/>
            <a:ext cx="34564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112AEB7-A66B-4956-9089-D51618A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965960"/>
            <a:ext cx="685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BE2D43-CB20-44B5-A6F9-8A939FA9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2140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The outcome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3A56B3-27AC-4313-AC73-B5B49C7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532888"/>
            <a:ext cx="30723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Clear offer details, visible pickup deadlines, consent-based access, and a recorded two-party handover.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5B698AF-0734-4421-9847-BFE5273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0817352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24881DD-6C92-4A0A-AEF8-09159EA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96512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CORE VALUE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DA6943E-3458-47D2-B683-D1D4FFCA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1648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Make food donations easier to coordinate—not make automated claims that food is safe.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7BC3545-0A1C-4112-8A8A-6C3BDEFF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1042416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1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Current prototype: directory search, affiliation requests, admin approval, donation listings, donor acceptance, and pickup confirmation.</a:t>
            </a:r>
          </a:p>
        </p:txBody>
      </p:sp>
    </p:spTree>
    <p:extLst>
      <p:ext uri="{BB962C8B-B14F-4D97-AF65-F5344CB8AC3E}">
        <p14:creationId xmlns:p14="http://schemas.microsoft.com/office/powerpoint/2010/main" val="758261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B47F23-19A7-482B-A05D-E525AB5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A40A510-1B70-481C-8B45-3BCEB7A4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01 / PROBLEM OVERVIEW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E6E15D-CE94-4DFF-8B88-B54B6A25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Why food donation coordination breaks down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61116C-9F91-42AE-8ADA-2296D02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The issue is not only food availability; it is the time and information needed to move it.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6C9578-FFA0-4D70-BE9E-FFAF117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E39AA37-A15B-4A1C-A825-9BDA679A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9742AA7-A44D-42CC-8AE9-8339D33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179D12C-481A-4C8D-B0B5-0886FDE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3456432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D8B1A23-EEA9-4EE0-9E1D-BD433398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685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9BE6F-D964-4A61-BE3D-1C9ED74C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6712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1. Surplus is time-sensitive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EB8D42-0AAD-4C87-8307-069EF9A0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78608"/>
            <a:ext cx="3072384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Hotels, restaurants, canteens, bakeries, and events may have food left at the end of service. Pickup delays can reduce the chance of useful redistribution.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B832073-D862-483A-A146-73FA408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011680"/>
            <a:ext cx="3456432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A8493A3-FB79-45CF-B113-5B57D87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011680"/>
            <a:ext cx="685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8BE276-C835-402B-AC32-AF1136F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6712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2. Matching is fragmented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5C58C66-5D25-4094-8538-D7FFBC48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8608"/>
            <a:ext cx="3072384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Phone calls and scattered messages make it difficult to identify nearby recipients, confirm quantities, and avoid duplicate requests.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C2C694-67A4-4EE6-908F-C34790A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011680"/>
            <a:ext cx="3456432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D7C580-1923-42C1-B58B-10DD3D6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011680"/>
            <a:ext cx="685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123D9F-9A6B-418E-96C9-5FEA6E4B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6712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3. Information can be missing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9A31CD0-CD0E-43E6-8456-095E783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578608"/>
            <a:ext cx="3072384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Without preparation times, storage details, allergen notes, and deadlines, recipients may not have enough context to assess a donation.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A05A204-6877-40F4-8EC7-B1A286A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107442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5C650D6-99A6-4F3B-99FA-C3D0601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70916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PROJECT OPPORTUNITY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D8CAFD3-4495-433D-9D0A-0B832EF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663440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Centralize listings, standardize key details, and make each donation’s status easy to track.</a:t>
            </a:r>
          </a:p>
        </p:txBody>
      </p:sp>
    </p:spTree>
    <p:extLst>
      <p:ext uri="{BB962C8B-B14F-4D97-AF65-F5344CB8AC3E}">
        <p14:creationId xmlns:p14="http://schemas.microsoft.com/office/powerpoint/2010/main" val="1847674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0B4C41-6277-4DCE-B4FB-9E98E692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F31E9E-0500-41AA-ABDC-18FF515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02 / OBJECTIVES &amp; 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F0F76E-8B9C-4D6F-AD80-64E1E343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Set scope around the working prototype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4C0279-5936-4188-846A-8633AF98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A focused browser prototype supports the core donation and organization access journeys.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87F1CC-5B21-4B2D-BD1F-DAA783E4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59A4400-A211-4F61-AC51-1F5251B4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5373D1-E738-4B71-BFA0-20CE9FB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1D574CF-A8E7-4AA4-AEF0-CF9193E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257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72BB5D2-935D-4390-9ECA-B6C99E88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685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E0F62E-6B9E-42AB-A942-D3981BCF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21408"/>
            <a:ext cx="48737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Project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7A27693-465D-4FE8-811F-FE66B8D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32888"/>
            <a:ext cx="4873752" cy="70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• Publish surplus food with pickup details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Help approved recipients request it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Track access, donor decisions, and handovers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AE8DF5-7ED4-4CC1-9A73-B6D0DEF0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5257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451463-0474-4DE4-9487-F486575F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685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C8F61C-CFD1-47D0-A531-DAB179A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21408"/>
            <a:ext cx="48737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In scope for the prototype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DDCD5B5-E10E-4BF4-BCC7-817C094C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532888"/>
            <a:ext cx="4873752" cy="70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• Donor, recipient, and admin accounts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Directory search and affiliation consent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Food photos, location pins, requests, and pickup status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A8F1406-7907-4D9D-BCAD-CC995C81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899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D2DEF8E-DC08-4D4F-A60B-A6534D7A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2880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OUT OF SCOPE FOR THE FIRST VERSION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28A927-8F8D-4B1D-BC9C-65BCC1A7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41648"/>
            <a:ext cx="7223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The app will not certify food as safe, replace professional judgement, or guarantee delivery logistics.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7E376B4-25A6-4297-B762-3D080A7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42416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1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Success means each role can follow the donation workflow and see the next required action.</a:t>
            </a:r>
          </a:p>
        </p:txBody>
      </p:sp>
    </p:spTree>
    <p:extLst>
      <p:ext uri="{BB962C8B-B14F-4D97-AF65-F5344CB8AC3E}">
        <p14:creationId xmlns:p14="http://schemas.microsoft.com/office/powerpoint/2010/main" val="921550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3CBD49-8C3C-443B-B925-D62D5F4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C88B30-2D4A-4EC6-8B35-CAA9F210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03 / USERS &amp; STAKEHOLDERS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0C1926-67E3-4E98-BF5D-DF80F264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Three roles, one coordinated workflow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1B11D3-A76D-4CE5-BAF4-CBF90AF9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Donors, recipient organizations, and administrators each have a defined step.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7AB289-E42D-4457-AF35-DB80D551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8C53F3-DF30-4964-A63C-80F7412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A3E720C-515C-4137-A7E7-12C4AA62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4AA979E-9E25-4135-96AD-BCDDF7D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3456432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4BE91CD-D53B-4C3B-9E28-AAD413E8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685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CE5570A-1F80-4317-8060-C2A47415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6712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Food donor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669CE4C-41FF-4CF9-9641-64F0B54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78608"/>
            <a:ext cx="3072384" cy="1253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Who: restaurants, canteens, bakeries, and event organizers.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Needs: publish food details and an optional photo, respond to requests, and confirm handover.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B174701-0621-42FB-9709-2B815A4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011680"/>
            <a:ext cx="3456432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FA365A6-10D7-43D3-9932-22824814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011680"/>
            <a:ext cx="685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7E00C4D-9540-4FE5-A825-F4384812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6712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NGO / recipient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B2D098B-EB20-4E7A-AC86-B0051E3B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8608"/>
            <a:ext cx="3072384" cy="1253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Who: approved community and NGO organizations.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Needs: search offers, review food and pickup details, enter a collection place, and request food.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7A5460C-3D85-4835-9C9D-CC045BF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011680"/>
            <a:ext cx="3456432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2D3CF59-DBC4-449A-823B-29E68278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011680"/>
            <a:ext cx="685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D65E6BB-9C55-4477-AD22-56404BC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67128"/>
            <a:ext cx="30723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Administrator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3CEB0E6-194F-4768-8BE3-561F563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578608"/>
            <a:ext cx="3072384" cy="1070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Who: an authorized RePlate coordinator.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Needs: review affiliation consent, public facts, and eligibility; approve access; review reports and activity.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BBF9428-08B7-4130-B7D3-98DC863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Access principle: users should only be able to view or change information appropriate to their role.</a:t>
            </a:r>
          </a:p>
        </p:txBody>
      </p:sp>
    </p:spTree>
    <p:extLst>
      <p:ext uri="{BB962C8B-B14F-4D97-AF65-F5344CB8AC3E}">
        <p14:creationId xmlns:p14="http://schemas.microsoft.com/office/powerpoint/2010/main" val="1686225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31B426-DD52-4E87-B39A-B62139E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F117721-BC1D-41A7-A3AC-0E793DC4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04 / PROPOSED SOLUTION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F1A7DF-B9AB-49D8-B60E-CC0CF06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The current prototype runs in a browser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EB8E52-0239-4647-AB31-1AB3E27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HTML, CSS, and JavaScript save demo records in browser storage; no server or database is connected.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8A1C1E-83C8-413D-8CB9-3742D47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C5F4401-E757-4DEC-8E96-F8D52656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BD68741-FFB2-4C5B-B47E-73C91D75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BD658F3-B580-45F3-8062-EF7C2C0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306324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7CA0173-BF2B-437A-B049-50F0290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67712"/>
            <a:ext cx="25603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01  BROWSER INTERFACE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C79A5F-C57A-4883-9D75-C4686F69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43200"/>
            <a:ext cx="2468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Donor portal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Recipient portal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Admin dashboard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7861BC9-5F62-4568-B8E9-DCB134F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06324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B82C96-B957-48EC-ADC5-E648E59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7712"/>
            <a:ext cx="25603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02  WORKFLOW RULES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588091-B868-4377-AD5E-A921AE1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560320" cy="842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Role-specific screens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22243"/>
                </a:solidFill>
                <a:latin typeface="Aptos"/>
                <a:ea typeface="Aptos"/>
                <a:cs typeface="Aptos"/>
              </a:rPr>
              <a:t>Search and workflow rules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22243"/>
                </a:solidFill>
                <a:latin typeface="Aptos"/>
                <a:ea typeface="Aptos"/>
                <a:cs typeface="Aptos"/>
              </a:rPr>
              <a:t>Status and activity updates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B1D3453-7634-4943-82FE-3D54D9A6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5960"/>
            <a:ext cx="306324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AFC2F8D-DA26-4825-9378-DFE8663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67712"/>
            <a:ext cx="25603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03  LOCAL STORAGE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D0ECE58-C6A3-4F20-9F47-E6575E4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43200"/>
            <a:ext cx="2560320" cy="1070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Accounts &amp; organization requests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22243"/>
                </a:solidFill>
                <a:latin typeface="Aptos"/>
                <a:ea typeface="Aptos"/>
                <a:cs typeface="Aptos"/>
              </a:rPr>
              <a:t>Listings &amp; food photos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22243"/>
                </a:solidFill>
                <a:latin typeface="Aptos"/>
                <a:ea typeface="Aptos"/>
                <a:cs typeface="Aptos"/>
              </a:rPr>
              <a:t>Orders, reports &amp; activity logs</a:t>
            </a:r>
          </a:p>
        </p:txBody>
      </p:sp>
      <p:sp>
        <p:nvSpPr>
          <p:cNvPr id="18" name="Chevron 17">
            <a:extLst xmlns:a="http://schemas.openxmlformats.org/drawingml/2006/main">
              <a:ext uri="{FF2B5EF4-FFF2-40B4-BE49-F238E27FC236}">
                <a16:creationId xmlns:a16="http://schemas.microsoft.com/office/drawing/2014/main" id="{DC2B1CE5-03F7-4DD5-B7AA-722E34E3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834640"/>
            <a:ext cx="384048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Chevron 18">
            <a:extLst xmlns:a="http://schemas.openxmlformats.org/drawingml/2006/main">
              <a:ext uri="{FF2B5EF4-FFF2-40B4-BE49-F238E27FC236}">
                <a16:creationId xmlns:a16="http://schemas.microsoft.com/office/drawing/2014/main" id="{72111ABF-9DD7-4F69-80B7-22D5C817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34640"/>
            <a:ext cx="384048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CE52B2F-AD33-43BF-945C-EF39686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1046988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2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7790052-54C8-4992-AD4A-FC2211A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00600"/>
            <a:ext cx="996696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Example: a recipient request is saved in this browser → the donor accepts → both sides confirm pickup → the listing closes.</a:t>
            </a:r>
          </a:p>
        </p:txBody>
      </p:sp>
    </p:spTree>
    <p:extLst>
      <p:ext uri="{BB962C8B-B14F-4D97-AF65-F5344CB8AC3E}">
        <p14:creationId xmlns:p14="http://schemas.microsoft.com/office/powerpoint/2010/main" val="1531381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979407-4C91-4ACE-87F2-E48662CF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AD6E2A-EC53-4348-B68A-6BAA5421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05 / MAIN FEATURES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3EF9A7-AEDC-42A6-8A8C-C4A3EC32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Current features support the full handoff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9674FA6-6068-4D53-99CE-23D2B531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The prototype covers organization approval, food offers, recipient orders, and administrator review.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E53ACE2-AE09-4CD8-A4BA-4E8857F6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9AF0448-8E5E-4E4D-AF30-F3B9F8C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65D945-748B-4B83-974F-BDA0CB3E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D4E0CBF-0416-4A7E-8350-C8FE32B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74519"/>
            <a:ext cx="52120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9756D26-D82B-402E-AAB9-649AFA2A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74519"/>
            <a:ext cx="6858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5CB325-1278-4BA5-BD2F-37E7151C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9967"/>
            <a:ext cx="48280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Organization access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132135-C0D6-47D3-90E0-1F6D8111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1448"/>
            <a:ext cx="482803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Request affiliation with consent; administrators review access before donation tools are enabled.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1F2DDBB-2608-4F72-9AB2-757FDB27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874519"/>
            <a:ext cx="52120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6B9F49F-7B44-44F9-B16C-8CCD9177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874519"/>
            <a:ext cx="6858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4289882-B062-4289-9F7D-394B6D4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29967"/>
            <a:ext cx="48280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Food donation listing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87F2A0A-8693-4D2D-8330-6821FC8E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41448"/>
            <a:ext cx="482803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Add food, quantity, preparation and pickup times, handling details, location, and optional photo.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0DFC53E-CA7B-40BF-8A3A-ED54C60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27248"/>
            <a:ext cx="52120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E549F2C-D5B4-466A-8DB4-496EFEB6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27248"/>
            <a:ext cx="6858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A4F622-20D3-4513-92AE-B37D3A0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2696"/>
            <a:ext cx="48280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Organization directory &amp; search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8D3228F-331E-4EF3-8901-BC19B5C4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4828032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Search the Kannur directory; sourced details and unknown facts remain separate.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3CE37AB-AE23-42EC-9584-736E90A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127248"/>
            <a:ext cx="52120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EF84C6C-D5BF-401D-ABB2-470C128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127248"/>
            <a:ext cx="6858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94A4688-3C05-484B-A5EE-FE2B714B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282696"/>
            <a:ext cx="48280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Recipient order request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8E91435-3163-4101-89A2-CE57AA79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694176"/>
            <a:ext cx="482803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Approved recipients enter a collection place and request available food; pending requests can be cancelled.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3D8C228-5914-4EBA-8DCC-84ACE08E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79976"/>
            <a:ext cx="52120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FE32A23-02B6-46CE-A62F-CF64F8AF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79976"/>
            <a:ext cx="6858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811C240-C3F4-4B6D-BCA4-C552642C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5424"/>
            <a:ext cx="48280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Donor decision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40BB2DB-E4FE-4F87-83EC-BD1E25E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6904"/>
            <a:ext cx="482803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Donor accepts or declines; acceptance reserves the listing and closes other pending requests.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A1372FE9-1EB8-40BC-9C33-FD15C06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379976"/>
            <a:ext cx="52120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0F5C74B-5281-449C-A831-D1C55161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379976"/>
            <a:ext cx="6858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B1B211A-3B23-49B5-9CAF-ED6F0819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35424"/>
            <a:ext cx="48280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Pickup &amp; administrator review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3270E27-32ED-47EB-9D3B-0E40FE0F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946904"/>
            <a:ext cx="4828032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Both sides confirm pickup; administrators review reported concerns and activity.</a:t>
            </a:r>
          </a:p>
        </p:txBody>
      </p:sp>
    </p:spTree>
    <p:extLst>
      <p:ext uri="{BB962C8B-B14F-4D97-AF65-F5344CB8AC3E}">
        <p14:creationId xmlns:p14="http://schemas.microsoft.com/office/powerpoint/2010/main" val="1957976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B71C8B-0BC8-42ED-8076-7F983CF5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C4597B5-1E6F-4D3C-9FA4-BFC816F4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06 / END-TO-END WORKFLOW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D9E0A6-C4E1-445B-8728-27EB048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How food moves through RePlate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E7D95A-BDD5-4EC9-A71A-CFFC6EB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Access approval comes first; each action updates the listing or request status.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E413955-04E4-43A5-B641-BC2DF174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998E53-838D-4772-B515-49EAB84C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8CE8ACE-2BA1-49D6-B50E-F873E7A5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243F274-59E1-4B74-B5E7-605473C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20240"/>
            <a:ext cx="3401568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2B25565-925D-451A-A28C-531C84AE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313380D-7280-4093-AD3A-F9642093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31136"/>
            <a:ext cx="4754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DCD4CBA-94C6-439B-8B6E-73411BB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2103120"/>
            <a:ext cx="233172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Request organization access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D727BB-4650-469D-819F-E9EADB0B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2487168"/>
            <a:ext cx="23317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The account holder selects an organization and records their role and consent.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35709DC-07B0-408C-A3E3-AF8532B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20240"/>
            <a:ext cx="3401568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57632FB-8354-4B68-9CE8-D52643A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1031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3AAD057-5180-4065-931B-0A773A6D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231136"/>
            <a:ext cx="4754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2C3C911-4D7E-4162-921B-A19BDB7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103120"/>
            <a:ext cx="233172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Review access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284E21-2109-42FE-BBF3-0709CA3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487168"/>
            <a:ext cx="23317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An administrator checks the request, public facts, eligibility, and consent.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2D75F0E-9530-4D23-B02D-085DE104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1" y="1920240"/>
            <a:ext cx="3401568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707A681-6EA4-429D-A891-A263413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21031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97B7926-72D9-4EB7-A305-B2ABCFF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2231136"/>
            <a:ext cx="4754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97738DB-C295-4668-88EC-4874F546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1" y="2103120"/>
            <a:ext cx="233172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Publish food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1B26DAB-DABC-43E8-A7DA-3273F512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1" y="2487168"/>
            <a:ext cx="23317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An approved donor adds food, handling details, pickup times, and an optional photo.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B69209F-1772-49C6-AF4B-D92DDE6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20440"/>
            <a:ext cx="3401568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7F53E130-BAC3-413D-BF4C-EDB734F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033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AEA6FF2-921B-4204-8A28-F9761347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831336"/>
            <a:ext cx="4754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714DE25-3A62-4425-ADC0-0A942ECE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703320"/>
            <a:ext cx="233172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Request collection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45C15D2-1CC5-4F04-BE57-95ED374E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3317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An approved recipient reviews the offer, enters a collection place, and requests food.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F0671E9-77D6-47C6-8835-BDCDB06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520440"/>
            <a:ext cx="3401568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A30C7A9E-21A7-4061-86CC-734709F6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7033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254E7EF-47E2-4A25-8D99-1328279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831336"/>
            <a:ext cx="4754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70725E0-22E8-4623-9C15-95AC5AC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703320"/>
            <a:ext cx="233172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Donor accepts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26B4AD1-9B03-45BF-B079-CD32760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4087368"/>
            <a:ext cx="23317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The donor accepts or declines; an accepted order reserves the listing.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8782E87D-DC2B-41AF-9DD4-B4D8688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1" y="3520440"/>
            <a:ext cx="3401568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68A0029D-9354-4289-86C0-1A69C83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37033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178D25D-9EE9-4093-ABA9-2B511028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3831336"/>
            <a:ext cx="4754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5192B3A-EBAD-403E-9393-A2D075D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1" y="3703320"/>
            <a:ext cx="233172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Confirm handover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D97E67C-266C-4FD4-A362-9EACB89F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1" y="4087368"/>
            <a:ext cx="23317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Both organizations confirm pickup; the listing closes after both confirmations.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6488A375-F06D-4E50-A883-CD41F645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060704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871F954-AF55-4467-BCC3-562669B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77840"/>
            <a:ext cx="10241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Rule: expired listings cannot be requested; recipients need approved organization access.</a:t>
            </a:r>
          </a:p>
        </p:txBody>
      </p:sp>
    </p:spTree>
    <p:extLst>
      <p:ext uri="{BB962C8B-B14F-4D97-AF65-F5344CB8AC3E}">
        <p14:creationId xmlns:p14="http://schemas.microsoft.com/office/powerpoint/2010/main" val="1123534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A1188F-F53F-44A5-86B7-221B3B2C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BF3828-F1B9-4FA2-9187-A8C037D1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07 / FOOD SAFETY &amp; TRUST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81D2148-8AD9-498C-A27B-FAF8AD5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Capture information; do not claim automatic certification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A12153-892D-43D3-A429-846791A2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 records user-provided details; it does not verify food condition or replace safe-handling rules.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890FC8F-9654-4F37-97DD-044C031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D4011D-9692-445D-A1EA-7721D2B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840DC1-BAF2-490E-90C3-876F091E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C72B9F5-7C3B-4188-A98F-D25C3456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2F723CF-0A6C-4EE1-978A-99FDAAAA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6C4BB1-570C-44F6-BE5B-0E7C869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Information captured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A69C238-32C9-486B-8314-9D8E4512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2888"/>
            <a:ext cx="47823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Preparation and pickup times, storage, packaging, allergens, location, and optional photo.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35C7DFC-A61C-4725-91DF-F11739A9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7D5790D-F260-4A46-84D9-90B92B26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0783926-FA4E-4FD3-A1AF-9D865C77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12140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Visible listing status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F4DD7F2-4662-4A67-8C82-DFA792A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532888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Available, Reserved, Picked Up, Expired, or Flagged for Review.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DB799B6-61C1-4D21-9C90-99D3480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2900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70FE555-635F-4292-8A6D-060AC9A4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2900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3ED06D2-B9C5-410C-8682-682AE98E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444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Review and reporting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C291735-5050-4936-AF33-8BCDD46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5928"/>
            <a:ext cx="47823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Users can report questionable listings; administrators can review and record an outcome.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3EE93090-9C87-4F59-85E3-CA3D554E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D0897C7-FA4B-4739-B8E1-9956C2EA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8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09DAB51-EE17-42BD-9C1A-8EFB9129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58444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Safe handling responsibility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C812C73-3139-4CDE-8D4F-7049C26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995928"/>
            <a:ext cx="47823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Donors and recipients remain responsible for following applicable food-safety requirements.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AEF9602-AA8F-4EE6-8F13-5E34283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561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2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0A9BEF7-C2B2-4279-BD68-8148AC01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7608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5B85E"/>
                </a:solidFill>
                <a:latin typeface="Aptos"/>
                <a:ea typeface="Aptos"/>
                <a:cs typeface="Aptos"/>
              </a:defRPr>
            </a:pPr>
            <a:r>
              <a:t>IMPORTANT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ED7444A-7A16-4D30-B727-9C507DE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2080"/>
            <a:ext cx="841248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RePlate records information but does not certify food as safe.</a:t>
            </a:r>
          </a:p>
        </p:txBody>
      </p:sp>
    </p:spTree>
    <p:extLst>
      <p:ext uri="{BB962C8B-B14F-4D97-AF65-F5344CB8AC3E}">
        <p14:creationId xmlns:p14="http://schemas.microsoft.com/office/powerpoint/2010/main" val="511913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D0220E-B1A2-4751-8039-9353259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7AF75C-8FE3-4EA7-A090-7499EBA2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08 / ADMIN REVIEW &amp; TRACEABILITY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A996C9-FD53-478C-BC58-F0105478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Access decisions and activity stay reviewable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50BF6B-6772-4A30-B258-E0A4C112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Administrators review organization access and listing concerns; the app does not certify food condition.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F7B56B7-277E-4BF2-83F2-C4BA0F6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B34F90-FB76-430D-95B3-DB6861DB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6AB383E-2137-4B04-8390-D67BB8FC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99C621-7C85-435D-B1EB-255953E2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3401568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5340F4-BFF7-45D2-B541-B8AC9369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685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403D91-08FE-4A7C-BF8E-7E662BEF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30175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Organization directory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FC1B8C-C068-4C62-9EF4-C79F880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2888"/>
            <a:ext cx="30175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Public facts, sources, and unknown details are shown separately.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2349D3-0DFC-4986-9926-4CCF6C0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65960"/>
            <a:ext cx="3401568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649CFFD-7557-4732-A9D3-4EF09E3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65960"/>
            <a:ext cx="685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D0D984D-8E6C-4983-B491-C28C7F65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21408"/>
            <a:ext cx="30175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Consent and access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893D36D-9577-4941-B2D7-794F3473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32888"/>
            <a:ext cx="30175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Review requested role, organization consent, and eligibility before approval.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3E3A949-5E0A-4495-9342-0A1E0D1A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1" y="1965960"/>
            <a:ext cx="3401568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E9FDA8-3F38-4EB3-A45E-E272FBA0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1" y="1965960"/>
            <a:ext cx="685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1DE6AE-A1B2-4132-88F1-F2180DA5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21408"/>
            <a:ext cx="30175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Listing reports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59E010-305B-40D8-841B-92FD601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532888"/>
            <a:ext cx="30175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Recipient reports go to administrator review with a recorded outcome.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D7E37A0-3038-44E0-997E-F88E37CA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74720"/>
            <a:ext cx="3401568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5E9209E-2211-43B5-87E0-26AE4130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74720"/>
            <a:ext cx="685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F4C8783-B578-4163-8A16-CF628648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0168"/>
            <a:ext cx="30175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Listing status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41CEB51-6A07-435C-B4C5-01D3E690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1648"/>
            <a:ext cx="30175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Track available, reserved, picked up, expired, or flagged listings.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9B3E351-D235-4C4D-8271-A6BB5A3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474720"/>
            <a:ext cx="3401568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51DC27C-A2E8-4BAE-9DDA-ACFD727B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474720"/>
            <a:ext cx="685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5638355-101B-4A0D-9178-D93E5655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30168"/>
            <a:ext cx="30175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Two-party pickup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655F7B8-8CC6-42A4-9B4E-3C120308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041648"/>
            <a:ext cx="30175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Donor and recipient record their pickup confirmation; both are needed for completion.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632292EC-D41E-4346-A738-C863F4A1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1" y="3474720"/>
            <a:ext cx="3401568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CAECF2E-624B-46EF-A2FB-F684C544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1" y="3474720"/>
            <a:ext cx="685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91D21B5-5414-49AF-BE54-2B9BA8B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630168"/>
            <a:ext cx="30175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Activity record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A860787-70DD-4A2A-A37F-4A5FDF4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041648"/>
            <a:ext cx="30175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Review a timeline of access decisions, listings, requests, reports, and handovers.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A2A699E-51A1-46FC-9C63-26F6437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424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1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Directory fact checks do not prove current activity, food eligibility, or consent.</a:t>
            </a:r>
          </a:p>
        </p:txBody>
      </p:sp>
    </p:spTree>
    <p:extLst>
      <p:ext uri="{BB962C8B-B14F-4D97-AF65-F5344CB8AC3E}">
        <p14:creationId xmlns:p14="http://schemas.microsoft.com/office/powerpoint/2010/main" val="18813105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AF2DD1-E742-4514-8F9A-D153817E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641796E-4625-408D-8483-9D29734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09 / CURRENT IMPLEMENTATION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EF3C8EE-159A-4E41-A5C4-6BF641A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 prototype that runs without Python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A596B2-3A46-4C89-91F8-3BA20DC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Open index.html in a browser; VS Code Live Server is optional.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3D40CB-0372-4F64-960B-C8BCBAE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208828-EAF0-4D08-8BAF-136AC7C9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FF2A0C-1BD3-4A07-8BAF-D759ACD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616A88-3CE8-4CC8-BF72-9008FB74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2024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B12FC9C-9AD9-4E88-883B-AEFC4403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2024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692717-96A7-48C5-BDB7-5A3C6172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568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Frontend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D1848CA-232C-4569-A1A2-022A66E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7168"/>
            <a:ext cx="4782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HTML, CSS, and JavaScript provide the RePlate interface.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040ADC5-7DA9-43E0-AAC4-F63C0C21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D91AB0A-63FF-4C30-AFFB-AE67B091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476E59-44DB-4435-A43D-A4DC05D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75688"/>
            <a:ext cx="478231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Workflow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3EE714-5379-4DF6-934C-25868F09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487168"/>
            <a:ext cx="47823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Role-specific screens manage account access, listings, requests, and pickup status.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0CA7BD4-4C71-4A8A-8FAD-F94EB015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8328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ECD5B40-8ED9-4141-9576-F57EC626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8328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336AC52-1240-4548-977B-FA65B13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8728"/>
            <a:ext cx="478231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Browser storage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311AC5-684A-4BFA-BEB4-EF6A31F2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0208"/>
            <a:ext cx="47823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Demo accounts, organizations, listings, requests, reports, and activity stay in this browser.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4434F63-79BB-4E60-BBDE-2D630194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3280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370FAD2-CFE3-4946-89DE-0801DEC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3280"/>
            <a:ext cx="685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1818172-D9B3-4479-A4B3-18F666F2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538728"/>
            <a:ext cx="478231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Run locally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FD583FE-E404-46EB-B900-6649E415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950208"/>
            <a:ext cx="47823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Use VS Code and a current browser; open index.html directly or use Live Server. No Python or npm is required.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20A00A1-7036-4C87-9E4A-B24891B3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56132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878A50B-05EE-4938-B195-6D5DE529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85232"/>
            <a:ext cx="141732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PRODUCTION REQUIREMENTS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F818A24-D03C-4508-8130-96B6032A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212080"/>
            <a:ext cx="813816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 public release needs shared server storage, secure authentication, server-side permissions, and managed data.</a:t>
            </a:r>
          </a:p>
        </p:txBody>
      </p:sp>
    </p:spTree>
    <p:extLst>
      <p:ext uri="{BB962C8B-B14F-4D97-AF65-F5344CB8AC3E}">
        <p14:creationId xmlns:p14="http://schemas.microsoft.com/office/powerpoint/2010/main" val="1172182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4E8B9E-F617-4DA1-AD19-2AE9488F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9D647C-290D-4067-9D73-ECE4902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10 / DATA DESIGN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4B3C6C-F327-474E-8FEB-6FE3E004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What the prototype stores in this browser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16CE6F-3297-4977-89EE-95135DCC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Records stay in this browser profile and website address; no shared database is connected.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B77A29F-7A58-4FCA-A51E-70728479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7459EC-1920-4818-A37C-0483035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C4FBE27-DFA5-4E82-9850-B00A6080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A0F6AE-472A-4EE1-974C-CFF8F2D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19"/>
            <a:ext cx="242316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2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78D866-6B41-47FB-9140-BBD2A1A6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39112"/>
            <a:ext cx="2057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USERS &amp; ACCESS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58E94D6-E2CA-433F-8F87-D23A431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74519"/>
            <a:ext cx="78181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0C91382-D72B-4AC8-9563-14B8306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39112"/>
            <a:ext cx="73609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Name • role • email • phone • organization link • consent • access status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44AD6ED-6380-4034-A76E-1986E99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24327"/>
            <a:ext cx="242316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389210F-EAE9-40C8-A1C6-0C2A9B5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88920"/>
            <a:ext cx="2057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FOOD LISTINGS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79E5D9A-CDCA-4405-8F5D-AEB6C91D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4327"/>
            <a:ext cx="78181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F96F2F1-1375-4305-9EE2-D61BFD0A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8920"/>
            <a:ext cx="73609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Donor • item • quantity • preparation/pickup times • photo • handling • deadline • location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2B9FF8D-0CC8-491A-B3F9-A343C95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74135"/>
            <a:ext cx="242316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2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3CAC95-A3BF-479C-89F3-5A1F8EB1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38727"/>
            <a:ext cx="2057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FOOD REQUESTS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F7A4AB0-5193-4358-94E4-C7D359AF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4135"/>
            <a:ext cx="78181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493F79-55D3-4F23-9ECB-13B774D6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38727"/>
            <a:ext cx="73609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Listing • recipient • collection place • request time • status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A73BB29-E7F2-4A14-B9FE-608EADF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23944"/>
            <a:ext cx="242316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31D6446-574C-4C6C-8217-930A1A8F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88536"/>
            <a:ext cx="2057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SAFETY REPORTS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7EB0367-0D7B-44C4-AFAC-2948565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3944"/>
            <a:ext cx="78181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79AFE9-8A97-429E-925B-94D8CB7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8536"/>
            <a:ext cx="73609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Listing • reporter • reason • review status • recorded action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4C78420-03F4-49C9-BBD4-D299B9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3752"/>
            <a:ext cx="242316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2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2786D86-7C52-4464-9AF0-783C21E4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38344"/>
            <a:ext cx="2057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ACTIVITY LOG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EF89AC5-3F3F-4920-9A80-8B3569C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3752"/>
            <a:ext cx="78181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5933706-099D-4548-9672-E5FE9DC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38344"/>
            <a:ext cx="736092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Actor • action • record • timestamp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8B1DD3F-7E9C-4ED8-909A-3E2BD1C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424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1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Browser storage is not a shared database. Clearing this site’s data removes the local prototype records.</a:t>
            </a:r>
          </a:p>
        </p:txBody>
      </p:sp>
    </p:spTree>
    <p:extLst>
      <p:ext uri="{BB962C8B-B14F-4D97-AF65-F5344CB8AC3E}">
        <p14:creationId xmlns:p14="http://schemas.microsoft.com/office/powerpoint/2010/main" val="1390828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7835D4-2BE4-4FB3-B973-06C121D6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A983E4-F099-4C29-93BD-69F0CB8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11 / PRIVACY &amp; SECURITY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705CA62-B483-43EE-B9BB-ED1917F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Protect accounts, data, and trust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B21A2A-44BD-43BB-A8A7-CD405591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This prototype is for demos only; account and donation records stay in browser storage.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5CF1DC-E8EC-476D-A963-601CC236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2562AF7-1510-462F-B970-98BBDA02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9D24307-B598-45D9-AFDC-8AB13A61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7DF2A2E-C90D-4B61-95D0-6393614A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516636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E0FF33F-1811-4089-A38C-91A2A3BB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85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CF8E87-4C57-4918-A13B-26E7A22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2140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Authentication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D21D6DA-3F78-4D95-B172-16574E92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32888"/>
            <a:ext cx="4782312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Demo sign-in is not production authentication.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BCF2219-1692-4DEC-A570-54F3ADE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516636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E88FB5B-B36E-42D4-B81B-5AD053F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685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B6AC1BA-D3BA-4271-8082-4AF7727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2140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Role-based access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A737B78-3870-4914-981E-0BD3D3D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532888"/>
            <a:ext cx="478231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Screens are role-specific, but browser rules are not a secure authorization boundary.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25D0D29-CE65-46DA-A9FF-91864B95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72968"/>
            <a:ext cx="516636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831CA50-408F-494E-9FD6-EA1C4B04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72968"/>
            <a:ext cx="685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651CDB-7C8F-4603-8792-D4AA749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28415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Input validation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B000112-4C12-4E60-ADBA-B9B51C1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39896"/>
            <a:ext cx="4782312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Forms check required fields, dates, request status, and listing ownership.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5DC066C-F6BF-429A-ABB4-1D5278DD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72968"/>
            <a:ext cx="516636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710834-4FB5-4660-A609-0797A93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72968"/>
            <a:ext cx="685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E3B98C9-EA8C-4D5B-95FA-4F67A710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328415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Secure deployment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A5DAF3-3F49-41E1-9118-8D0D0793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739896"/>
            <a:ext cx="478231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 public release needs a secure server, hashed passwords, HTTPS, and server-side permissions.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16417DE-5BBB-4521-98C0-BB04AAC8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9976"/>
            <a:ext cx="516636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449F73C-BD74-4A3D-93EB-E73019B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9976"/>
            <a:ext cx="685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79CAA58-0B55-48F3-822D-806B05DE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35424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Data minimization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8191AE6-6E8A-48C6-89FD-5B5C4AF0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946904"/>
            <a:ext cx="478231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Use sample contacts only; location sharing is optional and the pickup address is entered manually.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99F8FBA-8FBD-4D3B-810F-1CF0099C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79976"/>
            <a:ext cx="516636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3BD4640-2E10-4AEB-8192-2B3BC0C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79976"/>
            <a:ext cx="6858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8159BA-0276-4AC3-A9FC-A69C4A66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535424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Audit &amp; retention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7A667D-322E-48ED-BBCE-18DBCE6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46904"/>
            <a:ext cx="4782312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Activity and report records are local to this browser; production needs controlled retention.</a:t>
            </a:r>
          </a:p>
        </p:txBody>
      </p:sp>
    </p:spTree>
    <p:extLst>
      <p:ext uri="{BB962C8B-B14F-4D97-AF65-F5344CB8AC3E}">
        <p14:creationId xmlns:p14="http://schemas.microsoft.com/office/powerpoint/2010/main" val="938889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6BA918-B41B-45B4-A9F1-8AC33FBC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363B5E-8BBA-48C0-9F30-EF857E9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12 / IMPLEMENTATION ROADMAP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D34179-5C44-4C3C-9C98-044E3B2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Current build and next steps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41B98C-7BDC-4CAA-958F-B7571CF3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The core browser workflow is implemented; shared data and production controls are future work.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8A26F83-8E41-48D6-9A2F-805C5FC5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7AB4CB-A9D0-486E-BE6E-6D8B1E70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25C863-5A54-4FED-8A6A-E6A084A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3400126-3331-48C7-A5D7-13D3D85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EB190D-FF9A-4405-B659-34DF46F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48840"/>
            <a:ext cx="11704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PHASE 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385BD7-89A5-4065-AE5B-192B573E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11679"/>
            <a:ext cx="210312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Design &amp; roles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B0D13-49A2-4ADA-87F5-B88FD3A8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9967"/>
            <a:ext cx="6492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Defined donor, recipient, and admin actions, directory details, and consent steps.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280B478-C0E2-4174-80CF-1CDDFF1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34639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B20EF6-7649-4CCD-A2B5-A5D47645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17520"/>
            <a:ext cx="11704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PHASE 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67C1619-96B6-47FD-B484-D40027BC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80359"/>
            <a:ext cx="210312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Browser prototype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C749E-7F37-486B-99B4-E462A8B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8647"/>
            <a:ext cx="6492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Built account screens, directory search, food listings, recipient market, and admin workspace.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267C052-65D9-4AEF-A5A8-8EE5E49B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5EE716B-11BD-4362-9CDE-7901AE00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886200"/>
            <a:ext cx="11704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PHASE 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0D9F77-0D02-413D-A7DE-FB449AC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49039"/>
            <a:ext cx="210312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Workflow rules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FD97C75-2858-4807-B0A2-AF912F35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7328"/>
            <a:ext cx="6492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Connected access requests, donor acceptance, pickup confirmations, and status tracking.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7F8AF8C-3796-4635-BA67-76EDD1D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5043513-88B2-4549-90EB-5391136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754880"/>
            <a:ext cx="11704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PHASE 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78C0FCA-9905-421D-A90C-C60B0024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17720"/>
            <a:ext cx="210312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Validate &amp; deploy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1BB931D-7028-4BDE-BFE8-2887DBD8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36008"/>
            <a:ext cx="6492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Check role journeys and edge cases; add secure shared services before public use.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34F3CF4-D70A-4F07-8ECA-52A76C5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424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C832269-3FA0-4509-A148-914805D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33288"/>
            <a:ext cx="1005840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Next checks: pending consent, unapproved account, expired or duplicate request, donor decline, concern review, and two-sided pickup.</a:t>
            </a:r>
          </a:p>
        </p:txBody>
      </p:sp>
    </p:spTree>
    <p:extLst>
      <p:ext uri="{BB962C8B-B14F-4D97-AF65-F5344CB8AC3E}">
        <p14:creationId xmlns:p14="http://schemas.microsoft.com/office/powerpoint/2010/main" val="8442484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8CF141-23CC-4CCC-B22F-A7F213E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977A6D2-9D63-45D2-A206-FC1AB58A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13 / TESTING &amp; EVALUATION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0ADCD5-3BE4-4F99-BE3C-7F9878A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Demonstrate each workflow rule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7A074F-F4A7-40DD-A736-CAD70E03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Use local demo accounts and record actual results; do not turn sample activity into impact claims.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212CAFF-E2D6-4C83-BCCC-DAA74618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71AC98-9D1E-4903-90C9-D4267D1B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7FECE94-44C4-44F6-8CBC-DEFA4319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C87DC2D-9CFA-4FFF-A7EA-B19CCC8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51663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74C2BE-A01F-43A4-9006-77FFD234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685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5CD224C-23A0-4A48-8F3A-F475B336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Functional tests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588B85-5373-4888-BD97-886934C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2888"/>
            <a:ext cx="4782312" cy="1406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• New organization consent appears in the admin review queue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Unapproved accounts cannot post or request food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Search works regardless of letter case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Expired or duplicate requests are blocked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Donor acceptance reserves one listing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Both pickup confirmations close the listing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4925DE5-B35B-4061-9974-DEF92438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51663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AF65071-8FC3-4354-A882-87E407A4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685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E2EB5D-A58F-40BD-8CA5-DAE099BA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121408"/>
            <a:ext cx="47823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Prototype measures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612CD6-0655-4A1B-813E-564D938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532888"/>
            <a:ext cx="4782312" cy="1406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• Organization requests approved or declined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Listings created and edited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Requests accepted, declined, or cancelled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Pickups confirmed by both roles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Photo and optional location usability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User feedback on clarity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FB8CD6C-D328-4D07-8BCE-BC369A15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00600"/>
            <a:ext cx="1037844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Report results from real checks only; sample accounts and quantities are not real-world impact.</a:t>
            </a:r>
          </a:p>
        </p:txBody>
      </p:sp>
    </p:spTree>
    <p:extLst>
      <p:ext uri="{BB962C8B-B14F-4D97-AF65-F5344CB8AC3E}">
        <p14:creationId xmlns:p14="http://schemas.microsoft.com/office/powerpoint/2010/main" val="181925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22A8A6-4568-4F38-A64A-6029774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204B4-62EF-4558-BFC9-CF0CB25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"/>
            <a:ext cx="777240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14 / CURRENT VALUE &amp; FUTURE 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D80C05-3E11-48F2-8DFF-9FBC95FF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04088"/>
            <a:ext cx="1097280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27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Measure workflow clarity before adding more features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D5F3AD-13C2-4C76-87C8-DA4AECB7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25880"/>
            <a:ext cx="10789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200" b="0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The current value is clearer coordination; no real-world food-savings total is claimed.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12EBF7-538A-418A-9D43-09D5219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437376"/>
            <a:ext cx="1095451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D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076E13-C8BF-4564-A49E-349B1CD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01384"/>
            <a:ext cx="4754880" cy="176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800" b="1" i="0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REPLATE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F2B9F29-8CFF-4B03-BB0E-E0882B6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739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1" i="0">
                <a:solidFill>
                  <a:srgbClr val="B7484A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7263A61-B589-49FF-9B03-6E47FE47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FFA146F-9398-42FF-A2A1-AA52E507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65960"/>
            <a:ext cx="6858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3B7C84-7C03-4DB3-A26A-40CEAFD9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4782312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Current prototype supports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33FED1-0651-45F4-9869-64CB6A99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2888"/>
            <a:ext cx="4782312" cy="124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• Put food and pickup details in one place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Show the next action to donor and recipient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Keep consent and access decisions visible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Record acceptance and two-sided pickup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Review sample activity and reports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632342F-A8A8-4661-A60E-2973FC74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2EBA54C-A8A3-4DAE-AE13-099CC18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6858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2E6ACA1-3B67-40CE-B043-5A814F51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121408"/>
            <a:ext cx="4782312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500" b="1" i="0">
                <a:solidFill>
                  <a:srgbClr val="322243"/>
                </a:solidFill>
                <a:latin typeface="Aptos"/>
                <a:ea typeface="Aptos"/>
                <a:cs typeface="Aptos"/>
              </a:defRPr>
            </a:pPr>
            <a:r>
              <a:t>Future work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C544A29-9528-4D9D-8A0B-EBE8DD7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532888"/>
            <a:ext cx="4782312" cy="124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t>• Secure server and shared database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Password hashing and server-side roles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Notifications and route planning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Organization re-verification and renewed consent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300" b="0" i="0">
                <a:solidFill>
                  <a:srgbClr val="312E37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312E37"/>
                </a:solidFill>
                <a:latin typeface="Aptos"/>
                <a:ea typeface="Aptos"/>
                <a:cs typeface="Aptos"/>
              </a:rPr>
              <a:t>• Impact reporting from verified records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08E8F5-311C-4497-BE0E-E89D711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10332720" cy="252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300" b="0" i="1">
                <a:solidFill>
                  <a:srgbClr val="746C77"/>
                </a:solidFill>
                <a:latin typeface="Aptos"/>
                <a:ea typeface="Aptos"/>
                <a:cs typeface="Aptos"/>
              </a:defRPr>
            </a:pPr>
            <a:r>
              <a:t>Add future features after confirming user need, privacy, security, and available time.</a:t>
            </a:r>
          </a:p>
        </p:txBody>
      </p:sp>
    </p:spTree>
    <p:extLst>
      <p:ext uri="{BB962C8B-B14F-4D97-AF65-F5344CB8AC3E}">
        <p14:creationId xmlns:p14="http://schemas.microsoft.com/office/powerpoint/2010/main" val="19384649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3222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87001-23AA-4392-B14A-33B9390A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3BD40F2-4E01-4F49-A4A8-824D4B1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000" b="1" i="0">
                <a:solidFill>
                  <a:srgbClr val="F5B85E"/>
                </a:solidFill>
                <a:latin typeface="Aptos"/>
                <a:ea typeface="Aptos"/>
                <a:cs typeface="Aptos"/>
              </a:defRPr>
            </a:pPr>
            <a:r>
              <a:t>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C57FB9-2E65-4E3E-95B3-BF6E3AC2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10058400" cy="1141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3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Coordinate surplus food</a:t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3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offer to handover.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43F703-7D55-4D63-8086-29F18535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9784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600" b="0" i="0">
                <a:solidFill>
                  <a:srgbClr val="E5DBE8"/>
                </a:solidFill>
                <a:latin typeface="Aptos"/>
                <a:ea typeface="Aptos"/>
                <a:cs typeface="Aptos"/>
              </a:defRPr>
            </a:pPr>
            <a:r>
              <a:t>RePlate connects donors, recipient organizations, and administrators through reviewed access, time-aware food listings, donor-accepted requests, and pickup confirmation by both sides. The browser prototype stores demo records locally and does not certify food as safe.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BC41FB5-A5A0-422F-A21F-185BDB3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32461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C34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8F5510-4919-444A-A329-29E6D146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1888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Thank you  |  Questions?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6F33156-0DB0-4C98-811A-4EB23B8B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172200"/>
            <a:ext cx="7132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900" b="1" i="0">
                <a:solidFill>
                  <a:srgbClr val="EC705E"/>
                </a:solidFill>
                <a:latin typeface="Aptos"/>
                <a:ea typeface="Aptos"/>
                <a:cs typeface="Aptos"/>
              </a:defRPr>
            </a:pPr>
            <a:r>
              <a:t>Prepared by: [Your Name]  •  [Department / Institution]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6B8C177-9D9D-4290-8EBA-8BD9FF6B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749039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7100E04-0616-4634-A8A5-D71628D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3840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2026-10-27T10:46:10.2240000Z</dcterms:created>
  <dcterms:modified xsi:type="dcterms:W3CDTF">2026-10-27T10:46:10.2250000Z</dcterms:modified>
</coreProperties>
</file>